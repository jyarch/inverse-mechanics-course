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Johnson" userId="89424e7b-9fac-45cd-9016-7e93402078f1" providerId="ADAL" clId="{058A9F62-D186-4AF4-91E1-78AFFEA7CB5D}"/>
    <pc:docChg chg="addSld modSld">
      <pc:chgData name="Yang, Johnson" userId="89424e7b-9fac-45cd-9016-7e93402078f1" providerId="ADAL" clId="{058A9F62-D186-4AF4-91E1-78AFFEA7CB5D}" dt="2026-01-07T02:17:55.490" v="6" actId="680"/>
      <pc:docMkLst>
        <pc:docMk/>
      </pc:docMkLst>
      <pc:sldChg chg="modSp mod">
        <pc:chgData name="Yang, Johnson" userId="89424e7b-9fac-45cd-9016-7e93402078f1" providerId="ADAL" clId="{058A9F62-D186-4AF4-91E1-78AFFEA7CB5D}" dt="2026-01-07T02:17:48.653" v="5" actId="20577"/>
        <pc:sldMkLst>
          <pc:docMk/>
          <pc:sldMk cId="2383413940" sldId="256"/>
        </pc:sldMkLst>
        <pc:spChg chg="mod">
          <ac:chgData name="Yang, Johnson" userId="89424e7b-9fac-45cd-9016-7e93402078f1" providerId="ADAL" clId="{058A9F62-D186-4AF4-91E1-78AFFEA7CB5D}" dt="2026-01-07T02:17:48.653" v="5" actId="20577"/>
          <ac:spMkLst>
            <pc:docMk/>
            <pc:sldMk cId="2383413940" sldId="256"/>
            <ac:spMk id="3" creationId="{D4943E14-DE0D-71F7-5C56-EBBE51840036}"/>
          </ac:spMkLst>
        </pc:spChg>
      </pc:sldChg>
      <pc:sldChg chg="new">
        <pc:chgData name="Yang, Johnson" userId="89424e7b-9fac-45cd-9016-7e93402078f1" providerId="ADAL" clId="{058A9F62-D186-4AF4-91E1-78AFFEA7CB5D}" dt="2026-01-07T02:17:55.490" v="6" actId="680"/>
        <pc:sldMkLst>
          <pc:docMk/>
          <pc:sldMk cId="3825483197" sldId="258"/>
        </pc:sldMkLst>
      </pc:sldChg>
    </pc:docChg>
  </pc:docChgLst>
  <pc:docChgLst>
    <pc:chgData name="Yang, Johnson" userId="89424e7b-9fac-45cd-9016-7e93402078f1" providerId="ADAL" clId="{B180C5B1-A979-45A1-9F77-E194B361D298}"/>
    <pc:docChg chg="undo custSel addSld delSld modSld">
      <pc:chgData name="Yang, Johnson" userId="89424e7b-9fac-45cd-9016-7e93402078f1" providerId="ADAL" clId="{B180C5B1-A979-45A1-9F77-E194B361D298}" dt="2026-01-14T23:41:39.168" v="232" actId="1076"/>
      <pc:docMkLst>
        <pc:docMk/>
      </pc:docMkLst>
      <pc:sldChg chg="modSp mod">
        <pc:chgData name="Yang, Johnson" userId="89424e7b-9fac-45cd-9016-7e93402078f1" providerId="ADAL" clId="{B180C5B1-A979-45A1-9F77-E194B361D298}" dt="2026-01-14T23:38:14.530" v="213" actId="20577"/>
        <pc:sldMkLst>
          <pc:docMk/>
          <pc:sldMk cId="2455786776" sldId="257"/>
        </pc:sldMkLst>
        <pc:spChg chg="mod">
          <ac:chgData name="Yang, Johnson" userId="89424e7b-9fac-45cd-9016-7e93402078f1" providerId="ADAL" clId="{B180C5B1-A979-45A1-9F77-E194B361D298}" dt="2026-01-14T23:36:45.058" v="100" actId="20577"/>
          <ac:spMkLst>
            <pc:docMk/>
            <pc:sldMk cId="2455786776" sldId="257"/>
            <ac:spMk id="2" creationId="{9E2605ED-D038-EF3A-A4F9-DBFE434ED9F0}"/>
          </ac:spMkLst>
        </pc:spChg>
        <pc:spChg chg="mod">
          <ac:chgData name="Yang, Johnson" userId="89424e7b-9fac-45cd-9016-7e93402078f1" providerId="ADAL" clId="{B180C5B1-A979-45A1-9F77-E194B361D298}" dt="2026-01-14T23:38:14.530" v="213" actId="20577"/>
          <ac:spMkLst>
            <pc:docMk/>
            <pc:sldMk cId="2455786776" sldId="257"/>
            <ac:spMk id="3" creationId="{75D931D5-EACD-FEF6-3CF2-2D2C006EBAB6}"/>
          </ac:spMkLst>
        </pc:spChg>
      </pc:sldChg>
      <pc:sldChg chg="addSp modSp mod">
        <pc:chgData name="Yang, Johnson" userId="89424e7b-9fac-45cd-9016-7e93402078f1" providerId="ADAL" clId="{B180C5B1-A979-45A1-9F77-E194B361D298}" dt="2026-01-14T23:39:37.439" v="216" actId="1076"/>
        <pc:sldMkLst>
          <pc:docMk/>
          <pc:sldMk cId="3825483197" sldId="258"/>
        </pc:sldMkLst>
        <pc:picChg chg="add mod">
          <ac:chgData name="Yang, Johnson" userId="89424e7b-9fac-45cd-9016-7e93402078f1" providerId="ADAL" clId="{B180C5B1-A979-45A1-9F77-E194B361D298}" dt="2026-01-14T23:39:37.439" v="216" actId="1076"/>
          <ac:picMkLst>
            <pc:docMk/>
            <pc:sldMk cId="3825483197" sldId="258"/>
            <ac:picMk id="6" creationId="{AEA1D454-A526-E70C-6F26-76E204AD399A}"/>
          </ac:picMkLst>
        </pc:picChg>
      </pc:sldChg>
      <pc:sldChg chg="new del">
        <pc:chgData name="Yang, Johnson" userId="89424e7b-9fac-45cd-9016-7e93402078f1" providerId="ADAL" clId="{B180C5B1-A979-45A1-9F77-E194B361D298}" dt="2026-01-14T23:39:44.415" v="218" actId="680"/>
        <pc:sldMkLst>
          <pc:docMk/>
          <pc:sldMk cId="1703784009" sldId="259"/>
        </pc:sldMkLst>
      </pc:sldChg>
      <pc:sldChg chg="addSp delSp modSp new mod">
        <pc:chgData name="Yang, Johnson" userId="89424e7b-9fac-45cd-9016-7e93402078f1" providerId="ADAL" clId="{B180C5B1-A979-45A1-9F77-E194B361D298}" dt="2026-01-14T23:40:06.257" v="224" actId="1076"/>
        <pc:sldMkLst>
          <pc:docMk/>
          <pc:sldMk cId="3655632260" sldId="259"/>
        </pc:sldMkLst>
        <pc:picChg chg="add del">
          <ac:chgData name="Yang, Johnson" userId="89424e7b-9fac-45cd-9016-7e93402078f1" providerId="ADAL" clId="{B180C5B1-A979-45A1-9F77-E194B361D298}" dt="2026-01-14T23:39:52.807" v="221" actId="22"/>
          <ac:picMkLst>
            <pc:docMk/>
            <pc:sldMk cId="3655632260" sldId="259"/>
            <ac:picMk id="6" creationId="{CE6572C5-3799-9803-3038-E309D91C894E}"/>
          </ac:picMkLst>
        </pc:picChg>
        <pc:picChg chg="add mod">
          <ac:chgData name="Yang, Johnson" userId="89424e7b-9fac-45cd-9016-7e93402078f1" providerId="ADAL" clId="{B180C5B1-A979-45A1-9F77-E194B361D298}" dt="2026-01-14T23:40:06.257" v="224" actId="1076"/>
          <ac:picMkLst>
            <pc:docMk/>
            <pc:sldMk cId="3655632260" sldId="259"/>
            <ac:picMk id="8" creationId="{F4EAA997-D686-0F1D-D19B-785B95529E95}"/>
          </ac:picMkLst>
        </pc:picChg>
      </pc:sldChg>
      <pc:sldChg chg="addSp delSp modSp add mod">
        <pc:chgData name="Yang, Johnson" userId="89424e7b-9fac-45cd-9016-7e93402078f1" providerId="ADAL" clId="{B180C5B1-A979-45A1-9F77-E194B361D298}" dt="2026-01-14T23:41:39.168" v="232" actId="1076"/>
        <pc:sldMkLst>
          <pc:docMk/>
          <pc:sldMk cId="3177618537" sldId="260"/>
        </pc:sldMkLst>
        <pc:spChg chg="mod">
          <ac:chgData name="Yang, Johnson" userId="89424e7b-9fac-45cd-9016-7e93402078f1" providerId="ADAL" clId="{B180C5B1-A979-45A1-9F77-E194B361D298}" dt="2026-01-14T23:40:08.534" v="226" actId="27636"/>
          <ac:spMkLst>
            <pc:docMk/>
            <pc:sldMk cId="3177618537" sldId="260"/>
            <ac:spMk id="2" creationId="{DD10CA0E-F9BF-7C6F-D175-5971F7A9596E}"/>
          </ac:spMkLst>
        </pc:spChg>
        <pc:picChg chg="add mod">
          <ac:chgData name="Yang, Johnson" userId="89424e7b-9fac-45cd-9016-7e93402078f1" providerId="ADAL" clId="{B180C5B1-A979-45A1-9F77-E194B361D298}" dt="2026-01-14T23:41:39.168" v="232" actId="1076"/>
          <ac:picMkLst>
            <pc:docMk/>
            <pc:sldMk cId="3177618537" sldId="260"/>
            <ac:picMk id="6" creationId="{13CCF8AF-BFB5-F127-E393-9B26B4EBA727}"/>
          </ac:picMkLst>
        </pc:picChg>
        <pc:picChg chg="del">
          <ac:chgData name="Yang, Johnson" userId="89424e7b-9fac-45cd-9016-7e93402078f1" providerId="ADAL" clId="{B180C5B1-A979-45A1-9F77-E194B361D298}" dt="2026-01-14T23:40:09.749" v="227" actId="478"/>
          <ac:picMkLst>
            <pc:docMk/>
            <pc:sldMk cId="3177618537" sldId="260"/>
            <ac:picMk id="8" creationId="{4E92E0B2-B7AF-D7F5-7025-1733AAE525E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F1D0A3-A730-1EE2-0EEB-262D2495859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5061B-C45A-8208-100E-BF0E11F17D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7365E-7303-4AD9-8FBF-4B173A7D9DE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39A9C-34F5-FD66-3D77-9201CDE56D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F96CD-00CD-B48B-0097-AC6122405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DA9F1-9436-46C5-B488-D9A887B45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737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898FD-25D5-4BC2-95FB-0E9BA7ACA22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8204A-43A9-4FC9-A2DC-0B186264B9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3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B83BF-BDE2-AA6B-8108-5E2FEF06A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84BAC-9EB8-77A5-41B2-2256C1C2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03387-0FE2-E564-43FF-F31A4EA26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C61C7-5442-CF50-B950-61C9BD371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95DD0-D6BE-ECED-C328-3D9B61B7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288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E425-165E-3737-7FBE-3535CBD95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576"/>
            <a:ext cx="10515600" cy="55547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BE21E-E51D-6080-5825-563897BD6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797"/>
            <a:ext cx="10515600" cy="4351338"/>
          </a:xfrm>
        </p:spPr>
        <p:txBody>
          <a:bodyPr/>
          <a:lstStyle>
            <a:lvl1pPr>
              <a:defRPr sz="2400">
                <a:latin typeface="+mj-lt"/>
              </a:defRPr>
            </a:lvl1pPr>
            <a:lvl2pPr>
              <a:defRPr sz="24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400">
                <a:latin typeface="+mj-lt"/>
              </a:defRPr>
            </a:lvl4pPr>
            <a:lvl5pPr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A100-D645-F4E1-28E5-BBB8CA5D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119E5-1140-09D6-FA15-514FCBB1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A02A9-98D8-3C8C-ACD9-0CA2D037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20B2C0-A147-0847-3314-97EDC5BADE5B}"/>
              </a:ext>
            </a:extLst>
          </p:cNvPr>
          <p:cNvCxnSpPr>
            <a:cxnSpLocks/>
          </p:cNvCxnSpPr>
          <p:nvPr userDrawn="1"/>
        </p:nvCxnSpPr>
        <p:spPr>
          <a:xfrm>
            <a:off x="838200" y="1384420"/>
            <a:ext cx="10515600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2551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2C710-3A58-541F-9EE1-6ACC81858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61F84-44D4-3922-AC5C-20E6DA908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66C4-1EE6-9480-9079-6BC828CF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59E6F-0345-8A58-B119-20A255041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046EF-3C8D-3F38-4018-55D7C797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4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D329-85DA-B07C-E12C-16C98263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8D9CE-78AE-8909-F2B1-3EDAAEF510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DBECFD-2F9A-585A-4BC8-CF76781831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36A875-1C2B-541A-32E2-4F0C7675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D93D4-EF1C-7AD2-580C-0C219571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75D7B-FEC2-989C-4768-48B721425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A0F2-36A1-80AC-5D22-D8326E94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6F371-5C85-6468-F30B-1E15B2F4A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45CC8-35A8-CD17-F321-23629FA27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34A85-473C-A1D9-200C-13EBD0EDA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8C76E-FBC9-F788-5877-472054A43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2D9FB0-AB34-2BBB-2693-114DBDFE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DCF88A-4C7C-8649-BB81-5FC01CEF6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08D89-152A-68C2-5CA3-1442CE7A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55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EF9F9-ED48-F962-E094-6A48ADD73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A039B6-E1A7-9842-A531-93ABD8F2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6D6013-F00F-5847-D211-7BA71116F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32ACB-964A-65B2-8300-32F11CF8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9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7288DB-9434-9BC2-5A2D-9B12AB80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2EEB0-C498-310B-6266-6E2255B36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8CB63-56A7-ED6C-2AF3-A1F294FB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17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5E7A4-BE4F-4FFB-0490-0263A2E4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E92A-391D-CF28-751B-D09BE0AF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+mj-lt"/>
              </a:defRPr>
            </a:lvl1pPr>
            <a:lvl2pPr>
              <a:defRPr sz="28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000">
                <a:latin typeface="+mj-lt"/>
              </a:defRPr>
            </a:lvl4pPr>
            <a:lvl5pPr>
              <a:defRPr sz="2000"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52035-7D78-B935-B472-ADF8CE006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01C41-3CFF-E137-3E3D-3E3A4B37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6B72C-605B-28F5-DBD5-FF7C2974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3ACCC-0F6D-879E-E1C6-AA5FF40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7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EA17B-1346-132B-EB02-023D9623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DF0A36-71C8-4B8A-31BD-FA0772E627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22865-B8C9-F842-DA8E-C3CA4C379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93E2E-BEE3-52E2-6CF0-747CF7C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09629B-C04A-F84E-EF41-AE2633D8A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AD050-BFD6-F208-F628-E0F48766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06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EB96-440B-3C50-4E9B-16BC1F174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82686-04C0-4E04-A82B-A50E56F87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4B44A-5310-E86D-A1A2-2394EAE8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7C07B-2854-2FDF-5F5D-2E3649C7A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A715D-8A20-D968-9E03-51D36E3C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226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867E8C-C78D-B3F4-6D4E-E88F411F3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A8BE8-0D63-D2BA-0FEF-841F303BD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607E0-BBC8-8A8D-B200-A8DA7D6E9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2495D-6ADF-6784-1B78-D4D5F98EE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975D2-3B17-A0D0-5A1E-F81CB2B17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5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3DA6B8-C0AC-C79E-FDC5-A2564A2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1698F-AD20-3E68-0D6F-597E259F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C35D4-A9AE-C013-489D-F6428ABCA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12/13/2025</a:t>
            </a:r>
            <a:endParaRPr lang="en-US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D4F5E-1593-6FFE-E83C-48F26BF45D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endParaRPr lang="en-US" dirty="0"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5F2E4D-8C92-74A3-6F6C-4B433AB98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fld id="{D95F4311-C1C1-468E-90BA-469E1A493750}" type="slidenum">
              <a:rPr lang="en-US" smtClean="0"/>
              <a:pPr/>
              <a:t>‹#›</a:t>
            </a:fld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0016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B6D4-DA63-6361-60B3-F26C1FDFF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/>
              <a:t>Inverse Mechanics</a:t>
            </a:r>
            <a:br>
              <a:rPr lang="en-US" dirty="0"/>
            </a:br>
            <a:r>
              <a:rPr lang="en-US" sz="4800" dirty="0"/>
              <a:t>The Bridge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943E14-DE0D-71F7-5C56-EBBE51840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Spring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869FF-757C-5CFB-FBEC-2D0DFEBA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41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05ED-D038-EF3A-A4F9-DBFE434ED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Well-Posed Beam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931D5-EACD-FEF6-3CF2-2D2C006EB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 dirty="0"/>
              <a:t>Differential Equations</a:t>
            </a:r>
          </a:p>
          <a:p>
            <a:pPr marL="457200" indent="-457200">
              <a:buAutoNum type="arabicPeriod"/>
            </a:pPr>
            <a:r>
              <a:rPr lang="en-US" dirty="0"/>
              <a:t>Linear Algebra</a:t>
            </a:r>
          </a:p>
          <a:p>
            <a:pPr marL="457200" indent="-457200">
              <a:buAutoNum type="arabicPeriod"/>
            </a:pPr>
            <a:r>
              <a:rPr lang="en-US" dirty="0"/>
              <a:t>Vector Calculus</a:t>
            </a:r>
          </a:p>
          <a:p>
            <a:pPr marL="457200" indent="-457200">
              <a:buAutoNum type="arabicPeriod"/>
            </a:pPr>
            <a:r>
              <a:rPr lang="en-US" dirty="0"/>
              <a:t>Finite Elements</a:t>
            </a:r>
          </a:p>
          <a:p>
            <a:pPr marL="457200" indent="-457200">
              <a:buAutoNum type="arabicPeriod"/>
            </a:pPr>
            <a:r>
              <a:rPr lang="en-US" dirty="0"/>
              <a:t>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BA006-5308-7A59-BF22-F9894F4F4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86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Words>23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Times New Roman</vt:lpstr>
      <vt:lpstr>Office Theme</vt:lpstr>
      <vt:lpstr>Inverse Mechanics The Bridge Problem</vt:lpstr>
      <vt:lpstr>The Well-Posed Beam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Johnson</dc:creator>
  <cp:lastModifiedBy>Yang, Johnson</cp:lastModifiedBy>
  <cp:revision>3</cp:revision>
  <dcterms:created xsi:type="dcterms:W3CDTF">2025-12-13T20:52:53Z</dcterms:created>
  <dcterms:modified xsi:type="dcterms:W3CDTF">2026-01-22T02:28:19Z</dcterms:modified>
</cp:coreProperties>
</file>